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489"/>
    <p:restoredTop sz="94715"/>
  </p:normalViewPr>
  <p:slideViewPr>
    <p:cSldViewPr snapToGrid="0" snapToObjects="1">
      <p:cViewPr varScale="1">
        <p:scale>
          <a:sx n="90" d="100"/>
          <a:sy n="90" d="100"/>
        </p:scale>
        <p:origin x="208" y="17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academicresourcecenter.harvard.edu/2023/09/27/study-groups/?utm_source=chatgpt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7551" y="3985"/>
            <a:ext cx="7329573" cy="6858000"/>
            <a:chOff x="1303402" y="3985"/>
            <a:chExt cx="9772765" cy="6858000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1796" y="1764407"/>
            <a:ext cx="4320635" cy="2310312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/>
            <a:r>
              <a:rPr lang="en-US" sz="45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Senior Design Problem Ideation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77962" y="3870862"/>
            <a:ext cx="2132438" cy="1773193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Team 17:</a:t>
            </a:r>
          </a:p>
          <a:p>
            <a:pPr defTabSz="914400">
              <a:lnSpc>
                <a:spcPct val="90000"/>
              </a:lnSpc>
            </a:pPr>
            <a:r>
              <a:rPr lang="en-US" sz="1600" dirty="0" err="1">
                <a:solidFill>
                  <a:schemeClr val="tx2"/>
                </a:solidFill>
              </a:rPr>
              <a:t>Kotagiri</a:t>
            </a:r>
            <a:r>
              <a:rPr lang="en-US" sz="1600" dirty="0">
                <a:solidFill>
                  <a:schemeClr val="tx2"/>
                </a:solidFill>
              </a:rPr>
              <a:t>, </a:t>
            </a:r>
            <a:r>
              <a:rPr lang="en-US" sz="1600" dirty="0" err="1">
                <a:solidFill>
                  <a:schemeClr val="tx2"/>
                </a:solidFill>
              </a:rPr>
              <a:t>Saadvik</a:t>
            </a:r>
            <a:endParaRPr lang="en-US" sz="1600" dirty="0">
              <a:solidFill>
                <a:schemeClr val="tx2"/>
              </a:solidFill>
            </a:endParaRPr>
          </a:p>
          <a:p>
            <a:pPr defTabSz="914400">
              <a:lnSpc>
                <a:spcPct val="90000"/>
              </a:lnSpc>
            </a:pPr>
            <a:r>
              <a:rPr lang="en-US" sz="1600" dirty="0" err="1">
                <a:solidFill>
                  <a:schemeClr val="tx2"/>
                </a:solidFill>
              </a:rPr>
              <a:t>Anachai</a:t>
            </a:r>
            <a:r>
              <a:rPr lang="en-US" sz="1600" dirty="0">
                <a:solidFill>
                  <a:schemeClr val="tx2"/>
                </a:solidFill>
              </a:rPr>
              <a:t>, </a:t>
            </a:r>
            <a:r>
              <a:rPr lang="en-US" sz="1600" dirty="0" err="1">
                <a:solidFill>
                  <a:schemeClr val="tx2"/>
                </a:solidFill>
              </a:rPr>
              <a:t>Apiwat</a:t>
            </a:r>
            <a:endParaRPr lang="en-US" sz="1600" dirty="0">
              <a:solidFill>
                <a:schemeClr val="tx2"/>
              </a:solidFill>
            </a:endParaRPr>
          </a:p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Mertz, Dylan</a:t>
            </a:r>
          </a:p>
          <a:p>
            <a:pPr defTabSz="914400">
              <a:lnSpc>
                <a:spcPct val="90000"/>
              </a:lnSpc>
            </a:pPr>
            <a:r>
              <a:rPr lang="en-US" sz="1600" dirty="0" err="1">
                <a:solidFill>
                  <a:schemeClr val="tx2"/>
                </a:solidFill>
              </a:rPr>
              <a:t>D’amico</a:t>
            </a:r>
            <a:r>
              <a:rPr lang="en-US" sz="1600" dirty="0">
                <a:solidFill>
                  <a:schemeClr val="tx2"/>
                </a:solidFill>
              </a:rPr>
              <a:t>, Anthony</a:t>
            </a:r>
          </a:p>
          <a:p>
            <a:pPr defTabSz="914400">
              <a:lnSpc>
                <a:spcPct val="90000"/>
              </a:lnSpc>
            </a:pPr>
            <a:r>
              <a:rPr lang="en-US" sz="1600" dirty="0">
                <a:solidFill>
                  <a:schemeClr val="tx2"/>
                </a:solidFill>
              </a:rPr>
              <a:t>Amel Osman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F75AD06-DFC4-4B3A-8490-330823D0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587C93-0840-40DF-96D5-D1F2137E6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1401859"/>
            <a:ext cx="3097638" cy="4054282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Problem #1: Study Group Challenges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E02D55A-F529-4B19-BAF9-F63240A7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379" y="0"/>
            <a:ext cx="3243649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0367E3C-3947-493D-9458-5955DB20AE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E8D9785-21DB-4CE6-B138-2999AD6161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3AA5AD5-8F29-4165-8112-305DDDDDD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A4EC0CF-F38F-4D7F-B48D-9A26E814D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3350" y="1553134"/>
            <a:ext cx="4596404" cy="375173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Students struggle to form effective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study groups due to: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- Social barriers and awkwardness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- Lack of structure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- Difficulty finding peers in same courses</a:t>
            </a:r>
          </a:p>
          <a:p>
            <a:endParaRPr lang="en-US" sz="16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Impact: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- Lower engagement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- Reduced academic performance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- Missed collaboration opportunities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7A3A52F-BCB3-444D-9372-EE018B135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401977" y="4114799"/>
            <a:ext cx="2741794" cy="2743201"/>
            <a:chOff x="-305" y="-1"/>
            <a:chExt cx="3832880" cy="2876136"/>
          </a:xfrm>
        </p:grpSpPr>
        <p:sp>
          <p:nvSpPr>
            <p:cNvPr id="36" name="Freeform: Shape 27">
              <a:extLst>
                <a:ext uri="{FF2B5EF4-FFF2-40B4-BE49-F238E27FC236}">
                  <a16:creationId xmlns:a16="http://schemas.microsoft.com/office/drawing/2014/main" id="{91E32C13-DED6-4967-85B8-68DD77103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28">
              <a:extLst>
                <a:ext uri="{FF2B5EF4-FFF2-40B4-BE49-F238E27FC236}">
                  <a16:creationId xmlns:a16="http://schemas.microsoft.com/office/drawing/2014/main" id="{38DDA515-BC6A-47FB-951E-E1E7928750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29">
              <a:extLst>
                <a:ext uri="{FF2B5EF4-FFF2-40B4-BE49-F238E27FC236}">
                  <a16:creationId xmlns:a16="http://schemas.microsoft.com/office/drawing/2014/main" id="{B97EEFA7-6787-4EC0-8284-6D3D273061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0">
              <a:extLst>
                <a:ext uri="{FF2B5EF4-FFF2-40B4-BE49-F238E27FC236}">
                  <a16:creationId xmlns:a16="http://schemas.microsoft.com/office/drawing/2014/main" id="{1A9621AC-50AB-4B43-896D-78FE571A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802955"/>
            <a:ext cx="3733482" cy="1454051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Solution: Study Coordination App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idx="1"/>
          </p:nvPr>
        </p:nvSpPr>
        <p:spPr>
          <a:xfrm>
            <a:off x="603504" y="2421682"/>
            <a:ext cx="3733183" cy="363928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 u="sng">
                <a:solidFill>
                  <a:schemeClr val="tx2"/>
                </a:solidFill>
              </a:rPr>
              <a:t>A campus-based app that: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- Matches students by course, availability, and location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- Allows users to create/join study sessions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- Supports in-person and virtual study</a:t>
            </a:r>
          </a:p>
          <a:p>
            <a:endParaRPr lang="en-US" sz="16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600" u="sng">
                <a:solidFill>
                  <a:schemeClr val="tx2"/>
                </a:solidFill>
              </a:rPr>
              <a:t>Benefits</a:t>
            </a:r>
            <a:r>
              <a:rPr lang="en-US" sz="1600">
                <a:solidFill>
                  <a:schemeClr val="tx2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- Encourages collaboration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- Builds accountability</a:t>
            </a:r>
          </a:p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- Improves academic success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77422" y="0"/>
            <a:ext cx="4366578" cy="6685267"/>
            <a:chOff x="6357228" y="0"/>
            <a:chExt cx="5822103" cy="6685267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" name="Graphic 19" descr="Schoolhouse">
            <a:extLst>
              <a:ext uri="{FF2B5EF4-FFF2-40B4-BE49-F238E27FC236}">
                <a16:creationId xmlns:a16="http://schemas.microsoft.com/office/drawing/2014/main" id="{6A95A092-6A9A-45C8-1E61-AFE084E78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5615" y="2065912"/>
            <a:ext cx="2746374" cy="27463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578" y="802955"/>
            <a:ext cx="3733482" cy="1454051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Why This Works</a:t>
            </a:r>
          </a:p>
        </p:txBody>
      </p:sp>
      <p:pic>
        <p:nvPicPr>
          <p:cNvPr id="7" name="Graphic 6" descr="Users">
            <a:extLst>
              <a:ext uri="{FF2B5EF4-FFF2-40B4-BE49-F238E27FC236}">
                <a16:creationId xmlns:a16="http://schemas.microsoft.com/office/drawing/2014/main" id="{64197189-9581-0196-6325-6D549DC206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9534" y="2230670"/>
            <a:ext cx="2746373" cy="274637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7930" y="2421682"/>
            <a:ext cx="3733184" cy="363928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- Collaborative learning improves understanding and retention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- Peer accountability increases motivation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- Structured environments improve outcomes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- Reduces social barriers for students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976" y="52996"/>
            <a:ext cx="4446455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7BB04-2FF2-0BEB-C91C-852036D3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8BB43-05AB-1C2A-5776-71E5AA3A6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1. Research shows study groups are effective, but students often fail to form or maintain them due to lack of structure and accessibility.</a:t>
            </a:r>
          </a:p>
          <a:p>
            <a:pPr marL="0" indent="0">
              <a:buNone/>
            </a:pPr>
            <a:r>
              <a:rPr lang="en-US" sz="2400" dirty="0"/>
              <a:t>https://</a:t>
            </a:r>
            <a:r>
              <a:rPr lang="en-US" sz="2400" dirty="0" err="1"/>
              <a:t>arxiv.org</a:t>
            </a:r>
            <a:r>
              <a:rPr lang="en-US" sz="2400" dirty="0"/>
              <a:t>/abs/2403.10006?utm_source=</a:t>
            </a:r>
            <a:r>
              <a:rPr lang="en-US" sz="2400" dirty="0" err="1"/>
              <a:t>chatgpt.com</a:t>
            </a:r>
            <a:br>
              <a:rPr lang="en-US" sz="2400" dirty="0"/>
            </a:br>
            <a:r>
              <a:rPr lang="en-US" sz="2400" dirty="0"/>
              <a:t>2.  Study groups improve learning + understanding: </a:t>
            </a:r>
            <a:r>
              <a:rPr lang="en-US" sz="2400" dirty="0">
                <a:hlinkClick r:id="rId2"/>
              </a:rPr>
              <a:t>https://academicresourcecenter.harvard.edu/2023/09/27/study-groups/?utm_source=chatgpt.com</a:t>
            </a:r>
            <a:br>
              <a:rPr lang="en-US" sz="2400" dirty="0"/>
            </a:b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600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214</Words>
  <Application>Microsoft Macintosh PowerPoint</Application>
  <PresentationFormat>On-screen Show (4:3)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Senior Design Problem Ideation</vt:lpstr>
      <vt:lpstr>Problem #1: Study Group Challenges</vt:lpstr>
      <vt:lpstr>Solution: Study Coordination App</vt:lpstr>
      <vt:lpstr>Why This Works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Osman, Amel (osmanal)</cp:lastModifiedBy>
  <cp:revision>2</cp:revision>
  <dcterms:created xsi:type="dcterms:W3CDTF">2013-01-27T09:14:16Z</dcterms:created>
  <dcterms:modified xsi:type="dcterms:W3CDTF">2026-03-27T00:10:39Z</dcterms:modified>
  <cp:category/>
</cp:coreProperties>
</file>